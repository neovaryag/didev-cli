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didev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Development CLI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Персональная команда AI-разработчиков прямо в вашем терминале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Автор: Симонов Михаил Сергеевич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0" y="5989320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5989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v1.3.3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09760" y="5989320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0" y="59893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424160" y="5989320"/>
            <a:ext cx="1380744" cy="256032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0" y="598932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18+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Зачем didev?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394960" cy="5394960"/>
          </a:xfrm>
          <a:prstGeom prst="roundRect">
            <a:avLst>
              <a:gd name="adj" fmla="val 13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Проблемы обычных AI-ассистентов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Не читают ваши реальные файлы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Один общий промпт — нет специализации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Агенты не передают контекст друг другу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Нет интеграции с инструментами проекта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Дорого (OpenAI GPT-4o)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960120"/>
            <a:ext cx="5760720" cy="5394960"/>
          </a:xfrm>
          <a:prstGeom prst="roundRect">
            <a:avLst>
              <a:gd name="adj" fmla="val 13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051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didev решает это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50876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Читает реальный код вашего проекта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Специализированные агенты по ролям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Каждый агент получает результат предыдущего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MCP: подключайте любые внешние инструменты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DeepSeek — в 10–20× дешевле GPT-4o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старт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6035040" cy="5394960"/>
          </a:xfrm>
          <a:prstGeom prst="roundRect">
            <a:avLst>
              <a:gd name="adj" fmla="val 13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57607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Установить глобально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didev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Перейти в проект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Инициализировать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 init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Установить API-ключ DeepSeek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 config set DEEPSEEK_API_KEY=sk-xxxxxxxxxxxx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Начать чат с кодовой базой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20840" y="96012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417320"/>
            <a:ext cx="4754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deepseek-v4-flash — 1M контекст, быстрый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deepseek-v4-pro — thinking, сложные задачи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20840" y="352044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Где взять API-ключ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4023360"/>
            <a:ext cx="47548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platform.deepseek.com → API Keys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Billing → пополнить от $5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v4-flash: $0.27/1M вх · $1.10/1M вых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Анализирует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требования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Проектирует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Пишет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18872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118872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8408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0" y="2286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Пишет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2011680"/>
            <a:ext cx="411480" cy="320040"/>
          </a:xfrm>
          <a:prstGeom prst="rightArrow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011680"/>
            <a:ext cx="411480" cy="320040"/>
          </a:xfrm>
          <a:prstGeom prst="rightArrow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2011680"/>
            <a:ext cx="411480" cy="320040"/>
          </a:xfrm>
          <a:prstGeom prst="rightArrow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2011680"/>
            <a:ext cx="411480" cy="320040"/>
          </a:xfrm>
          <a:prstGeom prst="rightArrow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520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Reviewer + Tester запускаются параллельно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119786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233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Режимы оркестрации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434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44348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→ Architect → Developer → Reviewer ∥ Tester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10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9103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→ Developer → Reviewer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3858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developer-only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538581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(без планирования — быстро)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Семейства агентов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3749040" cy="5577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FrontendAnalyst — UX, компоненты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FrontendArchitect — стейт, архитектура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34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FrontendDeveloper — React / TypeScript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3009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Reviewer — качество, доступность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8679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Tester — RTL, Playwright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960120"/>
            <a:ext cx="3749040" cy="5577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BackendAnalyst — API, модели данных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BackendArchitect — сервисы, БД схема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734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BackendDeveloper — Node.js / Java / Python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33009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SecurityAuditor — OWASP, 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8679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Reviewer + Tester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960120"/>
            <a:ext cx="3749040" cy="5577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Fullstack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4964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Сквозной пайплайн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Frontend + Backend агенты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9640" y="2734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Единый контекст задачи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49640" y="33009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Координация через Orchestrator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Режим чата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Инструменты AI в чате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Читает любой файл проекта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984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Предлагает изменения (с подтверждением)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97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4597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Список файлов по glob-паттерну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9352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Полнотекстовый поиск по проекту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git_diff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34107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Показывает git diff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run_command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886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Выполняет shell-команды в проекте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Счётчик токенов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[████░░░░░░░░░░░░░░░░] 12.3k/1.00M  +0.8k out  ⚡ cache 73%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7556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Показывает заполненность контекста и % кэша DeepSeek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65176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743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варианта подтверждения файлов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154680"/>
            <a:ext cx="53949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Enter/y  — применить все изменения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 — показать diff, затем применить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 — отклонить + ввести правки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 — авто-режим до конца сессии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54880"/>
            <a:ext cx="1152144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🆕  run_command — выполнение команд без написания скриптов во /tmp/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212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"проверь компиляцию проекта"  →  run_command("npm run build")  |  run_command("mvn compile")  |  run_command("./gradlew build")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Работает для любого стека: Node.js, Java (Maven/Gradle), Angular, Python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Model Context Protocol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Подключайте любые внешние инструменты — они становятся доступны агентам и чату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Из npm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 mcp add @modelcontextprotocol/server-github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Из Git (клонирует, собирает, настраивает автоматически)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 mcp add https://github.com/Neovaryag/mcp-pgs-tool.git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Список подключённых серверов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didev mcp list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Популярные серверы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Issues, PRs, code 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67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21671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Прямые SQL-запросы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5054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CVE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25054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Сканер уязвимостей зависимостей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843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28437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Чтение файлов вне проекта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182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Brave 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3182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в интернете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35204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Документация библиотек on-demand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Авто-старт при запуске didev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42062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73552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Секреты в .didev/.env (gitignored)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2784" y="42062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72784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npx серверы: 90с таймаут на первый запуск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72016" y="42062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72016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Инструменты: serverName__toolName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Test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didev автоматически определяет систему сборки и предлагает проверку после применения файлов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715000" cy="2240280"/>
          </a:xfrm>
          <a:prstGeom prst="roundRect">
            <a:avLst>
              <a:gd name="adj" fmla="val 32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  Node.js / React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Детект: package.json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715000" cy="2240280"/>
          </a:xfrm>
          <a:prstGeom prst="roundRect">
            <a:avLst>
              <a:gd name="adj" fmla="val 32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🅰  Angular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Детект: angular.json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build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5328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29169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 e2e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5715000" cy="2240280"/>
          </a:xfrm>
          <a:prstGeom prst="roundRect">
            <a:avLst>
              <a:gd name="adj" fmla="val 32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D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☕  Maven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Детект: pom.xml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compile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9560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749040"/>
            <a:ext cx="5715000" cy="2240280"/>
          </a:xfrm>
          <a:prstGeom prst="roundRect">
            <a:avLst>
              <a:gd name="adj" fmla="val 32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40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  Gradle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Детект: build.gradle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4572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build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49560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применения файлов → предложение запустить тесты или code review на изменённых файлах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и отказоустойчивость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Path traversal защита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assertSafePath блокирует любые пути вне корня проекта (../../etc/passwd)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42032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33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Секреты не в коде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API-ключ в ~/.didev/config.yaml, MCP env в .didev/.env (gitignored)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712464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039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Лимит файлов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51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Отказ записи при превышении 10MB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882896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743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 OWASP аудит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3218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SecurityAuditor агент — auth, SQL injection, XSS, IDOR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Отказоустойчивость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Таймауты везде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719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90s · run_command 60s · MCP 20–90s · git 15s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33172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404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Retry с backoff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6791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попыток, экспоненциальный backoff + jitter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29184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64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Feedback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6393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3 итераций Developer при отклонении изменений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25196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3251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Параллельный 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599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+ Tester одновременно в full-режиме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52120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5285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 Idempotent MCP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55595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connectAll безопасно вызывается несколько раз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10058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0" y="10789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Entry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591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3591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Manager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mcp.ts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2286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3591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3591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context.ts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0" y="22860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0" y="235915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file-manager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assertSafePath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0050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+run_command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9319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0050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REPL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counter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509760" y="39319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40050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build-runner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B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post-apply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874520"/>
            <a:ext cx="-4800600" cy="41148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217920" y="1874520"/>
            <a:ext cx="-2148840" cy="41148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17920" y="1874520"/>
            <a:ext cx="502920" cy="41148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217920" y="1874520"/>
            <a:ext cx="3154680" cy="41148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217920" y="1874520"/>
            <a:ext cx="5440680" cy="41148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· ESM · Node 18+ · Commander.js · DeepSeek API · MCP SDK · pptxgenjs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использования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152144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vs OpenAI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Входящие (1M токенов)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Исходящие (1M токенов)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2396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deepseek-v4-flash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2396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95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deepseek-v4-pro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295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$0.50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295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$2.19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2295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GPT-4o (сравн.)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688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2688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$15.00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2688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в 10–20× дешевле GPT-4o при сопоставимом качестве на задачах разработки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Кэш промптов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кэширует повторяющийся контекст.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Счётчик ⚡ cache N% показывает экономию в реальном времени.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84048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434840" y="4434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v4-flash на каждый день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800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1M токенов контекста — весь проект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одном окне. Быстрый и дешёвый.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84048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412480" y="4434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v4-pro для сложного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800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Thinking-модель для архитектурных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решений и нетривиальных задач.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didev v1.3.3 — что умеет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Интерактивный чат с проектом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контекст кодовой базы, история сессий, счётчик токенов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414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Multi-agent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→ Architect → Developer → Reviewer ∥ Tester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648456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398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 MCP интеграция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GitHub, PostgreSQL, Java CVE, Brave Search, Context7 и др.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946904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3834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 run_command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4223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 npm/mvn/gradle/tsc прямо из чата без скриптов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51560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1430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Умное подтверждение файлов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5270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варианта: Apply / Diff / Reject+правки / Auto-mode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350008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4414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Детект сборки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8254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Node.js, Angular, Maven, Gradle — автоопределение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648456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398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Безопасность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239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 защита, секреты в .env, OWASP аудит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946904"/>
            <a:ext cx="562356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03834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Надёжность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4223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Retry, таймауты, graceful shutdown, feedback loop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install -g didev  ·  platform.deepseek.com  ·  npmjs.com/package/didev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didev — AI-Powered Development CLI</dc:subject>
  <dc:creator>Симонов Михаил Сергеевич</dc:creator>
  <cp:lastModifiedBy>Симонов Михаил Сергеевич</cp:lastModifiedBy>
  <cp:revision>1</cp:revision>
  <dcterms:created xsi:type="dcterms:W3CDTF">2026-05-24T09:11:49Z</dcterms:created>
  <dcterms:modified xsi:type="dcterms:W3CDTF">2026-05-24T09:11:49Z</dcterms:modified>
</cp:coreProperties>
</file>